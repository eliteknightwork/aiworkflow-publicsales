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BIZ UDPGothic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jhEWRitphbFtOhMiYT6F6r39nx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IZUDPGothic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BIZUDPGothic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55be596af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55be596af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55be596afd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55be596afd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5be596afd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55be596afd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5be596afd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55be596afd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55be596afd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55be596afd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55be596afd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55be596afd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5be596afd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55be596afd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55be596afd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55be596afd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55be596afd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355be596afd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55be596afd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0" name="Google Shape;330;g355be596afd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佐々様">
  <p:cSld name="タイトル 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2769949" y="360175"/>
            <a:ext cx="63105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3" name="Google Shape;13;p15"/>
          <p:cNvGrpSpPr/>
          <p:nvPr/>
        </p:nvGrpSpPr>
        <p:grpSpPr>
          <a:xfrm>
            <a:off x="1" y="569064"/>
            <a:ext cx="4574436" cy="4574436"/>
            <a:chOff x="0" y="12289"/>
            <a:chExt cx="3550" cy="3551"/>
          </a:xfrm>
        </p:grpSpPr>
        <p:sp>
          <p:nvSpPr>
            <p:cNvPr id="14" name="Google Shape;14;p1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" name="Google Shape;17;p15"/>
          <p:cNvCxnSpPr/>
          <p:nvPr/>
        </p:nvCxnSpPr>
        <p:spPr>
          <a:xfrm>
            <a:off x="2779491" y="2962656"/>
            <a:ext cx="6364509" cy="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15"/>
          <p:cNvSpPr txBox="1"/>
          <p:nvPr/>
        </p:nvSpPr>
        <p:spPr>
          <a:xfrm>
            <a:off x="2497125" y="775025"/>
            <a:ext cx="25749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概要 2">
  <p:cSld name="概要 2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16"/>
          <p:cNvCxnSpPr/>
          <p:nvPr/>
        </p:nvCxnSpPr>
        <p:spPr>
          <a:xfrm flipH="1" rot="10800000">
            <a:off x="445770" y="648529"/>
            <a:ext cx="3278100" cy="1020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2" name="Google Shape;22;p16"/>
          <p:cNvGrpSpPr/>
          <p:nvPr/>
        </p:nvGrpSpPr>
        <p:grpSpPr>
          <a:xfrm flipH="1" rot="5400000">
            <a:off x="0" y="2925099"/>
            <a:ext cx="2219420" cy="2219419"/>
            <a:chOff x="0" y="12289"/>
            <a:chExt cx="3550" cy="3551"/>
          </a:xfrm>
        </p:grpSpPr>
        <p:sp>
          <p:nvSpPr>
            <p:cNvPr id="23" name="Google Shape;23;p1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6;p16"/>
          <p:cNvSpPr txBox="1"/>
          <p:nvPr>
            <p:ph type="title"/>
          </p:nvPr>
        </p:nvSpPr>
        <p:spPr>
          <a:xfrm>
            <a:off x="445770" y="57416"/>
            <a:ext cx="8155305" cy="5344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80">
          <p15:clr>
            <a:srgbClr val="FBAE40"/>
          </p15:clr>
        </p15:guide>
        <p15:guide id="9" orient="horz" pos="414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3">
  <p:cSld name="タイトル 3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ctrTitle"/>
          </p:nvPr>
        </p:nvSpPr>
        <p:spPr>
          <a:xfrm>
            <a:off x="445770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1" i="0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30" name="Google Shape;30;p17"/>
          <p:cNvGrpSpPr/>
          <p:nvPr/>
        </p:nvGrpSpPr>
        <p:grpSpPr>
          <a:xfrm rot="10800000">
            <a:off x="4569564" y="0"/>
            <a:ext cx="4574436" cy="4574436"/>
            <a:chOff x="0" y="12289"/>
            <a:chExt cx="3550" cy="3551"/>
          </a:xfrm>
        </p:grpSpPr>
        <p:sp>
          <p:nvSpPr>
            <p:cNvPr id="31" name="Google Shape;31;p17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7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7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17"/>
          <p:cNvSpPr txBox="1"/>
          <p:nvPr>
            <p:ph idx="1" type="body"/>
          </p:nvPr>
        </p:nvSpPr>
        <p:spPr>
          <a:xfrm>
            <a:off x="445770" y="3412164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D7C3F"/>
              </a:buClr>
              <a:buSzPts val="1800"/>
              <a:buNone/>
              <a:defRPr b="1" i="0" sz="18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indent="-419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19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35" name="Google Shape;35;p17"/>
          <p:cNvCxnSpPr/>
          <p:nvPr/>
        </p:nvCxnSpPr>
        <p:spPr>
          <a:xfrm>
            <a:off x="445770" y="2962656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概要 2">
  <p:cSld name="1_概要 2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18"/>
          <p:cNvCxnSpPr/>
          <p:nvPr/>
        </p:nvCxnSpPr>
        <p:spPr>
          <a:xfrm>
            <a:off x="445770" y="658729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38" name="Google Shape;38;p18"/>
          <p:cNvGrpSpPr/>
          <p:nvPr/>
        </p:nvGrpSpPr>
        <p:grpSpPr>
          <a:xfrm flipH="1" rot="5400000">
            <a:off x="0" y="2925099"/>
            <a:ext cx="2219420" cy="2219419"/>
            <a:chOff x="0" y="12289"/>
            <a:chExt cx="3550" cy="3551"/>
          </a:xfrm>
        </p:grpSpPr>
        <p:sp>
          <p:nvSpPr>
            <p:cNvPr id="39" name="Google Shape;39;p18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8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8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18"/>
          <p:cNvSpPr txBox="1"/>
          <p:nvPr>
            <p:ph type="title"/>
          </p:nvPr>
        </p:nvSpPr>
        <p:spPr>
          <a:xfrm>
            <a:off x="445770" y="57416"/>
            <a:ext cx="8155305" cy="5344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431031" y="877967"/>
            <a:ext cx="8281937" cy="36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5" name="Google Shape;45;p18"/>
          <p:cNvSpPr txBox="1"/>
          <p:nvPr>
            <p:ph idx="2" type="body"/>
          </p:nvPr>
        </p:nvSpPr>
        <p:spPr>
          <a:xfrm>
            <a:off x="3275450" y="3200125"/>
            <a:ext cx="28800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80">
          <p15:clr>
            <a:srgbClr val="FBAE40"/>
          </p15:clr>
        </p15:guide>
        <p15:guide id="9" orient="horz" pos="414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概要 2">
  <p:cSld name="2_概要 2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19"/>
          <p:cNvCxnSpPr/>
          <p:nvPr/>
        </p:nvCxnSpPr>
        <p:spPr>
          <a:xfrm>
            <a:off x="445770" y="658729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48" name="Google Shape;48;p19"/>
          <p:cNvGrpSpPr/>
          <p:nvPr/>
        </p:nvGrpSpPr>
        <p:grpSpPr>
          <a:xfrm flipH="1" rot="5400000">
            <a:off x="0" y="2925099"/>
            <a:ext cx="2219420" cy="2219419"/>
            <a:chOff x="0" y="12289"/>
            <a:chExt cx="3550" cy="3551"/>
          </a:xfrm>
        </p:grpSpPr>
        <p:sp>
          <p:nvSpPr>
            <p:cNvPr id="49" name="Google Shape;49;p1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9"/>
          <p:cNvSpPr txBox="1"/>
          <p:nvPr>
            <p:ph type="title"/>
          </p:nvPr>
        </p:nvSpPr>
        <p:spPr>
          <a:xfrm>
            <a:off x="445770" y="57416"/>
            <a:ext cx="8155305" cy="5344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" type="body"/>
          </p:nvPr>
        </p:nvSpPr>
        <p:spPr>
          <a:xfrm>
            <a:off x="431031" y="877967"/>
            <a:ext cx="8281937" cy="36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80">
          <p15:clr>
            <a:srgbClr val="FBAE40"/>
          </p15:clr>
        </p15:guide>
        <p15:guide id="9" orient="horz" pos="414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概要 2">
  <p:cSld name="3_概要 2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20"/>
          <p:cNvCxnSpPr/>
          <p:nvPr/>
        </p:nvCxnSpPr>
        <p:spPr>
          <a:xfrm>
            <a:off x="445770" y="658729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57" name="Google Shape;57;p20"/>
          <p:cNvGrpSpPr/>
          <p:nvPr/>
        </p:nvGrpSpPr>
        <p:grpSpPr>
          <a:xfrm flipH="1" rot="5400000">
            <a:off x="0" y="2925099"/>
            <a:ext cx="2219420" cy="2219419"/>
            <a:chOff x="0" y="12289"/>
            <a:chExt cx="3550" cy="3551"/>
          </a:xfrm>
        </p:grpSpPr>
        <p:sp>
          <p:nvSpPr>
            <p:cNvPr id="58" name="Google Shape;58;p2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0"/>
          <p:cNvSpPr txBox="1"/>
          <p:nvPr>
            <p:ph type="title"/>
          </p:nvPr>
        </p:nvSpPr>
        <p:spPr>
          <a:xfrm>
            <a:off x="445770" y="57416"/>
            <a:ext cx="8155305" cy="5344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" type="body"/>
          </p:nvPr>
        </p:nvSpPr>
        <p:spPr>
          <a:xfrm>
            <a:off x="431031" y="877967"/>
            <a:ext cx="8281937" cy="36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64" name="Google Shape;64;p20"/>
          <p:cNvSpPr txBox="1"/>
          <p:nvPr>
            <p:ph idx="10" type="dt"/>
          </p:nvPr>
        </p:nvSpPr>
        <p:spPr>
          <a:xfrm>
            <a:off x="8321606" y="4915202"/>
            <a:ext cx="739959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80">
          <p15:clr>
            <a:srgbClr val="FBAE40"/>
          </p15:clr>
        </p15:guide>
        <p15:guide id="9" orient="horz" pos="414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概要 2">
  <p:cSld name="4_概要 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21"/>
          <p:cNvCxnSpPr/>
          <p:nvPr/>
        </p:nvCxnSpPr>
        <p:spPr>
          <a:xfrm>
            <a:off x="445770" y="658729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67" name="Google Shape;67;p21"/>
          <p:cNvGrpSpPr/>
          <p:nvPr/>
        </p:nvGrpSpPr>
        <p:grpSpPr>
          <a:xfrm flipH="1" rot="5400000">
            <a:off x="0" y="2925099"/>
            <a:ext cx="2219420" cy="2219419"/>
            <a:chOff x="0" y="12289"/>
            <a:chExt cx="3550" cy="3551"/>
          </a:xfrm>
        </p:grpSpPr>
        <p:sp>
          <p:nvSpPr>
            <p:cNvPr id="68" name="Google Shape;68;p21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1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1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" name="Google Shape;71;p21"/>
          <p:cNvSpPr txBox="1"/>
          <p:nvPr>
            <p:ph type="title"/>
          </p:nvPr>
        </p:nvSpPr>
        <p:spPr>
          <a:xfrm>
            <a:off x="445770" y="57416"/>
            <a:ext cx="8155305" cy="5344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1" i="0" sz="21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" type="body"/>
          </p:nvPr>
        </p:nvSpPr>
        <p:spPr>
          <a:xfrm>
            <a:off x="431031" y="877967"/>
            <a:ext cx="8281937" cy="3666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74" name="Google Shape;74;p21"/>
          <p:cNvSpPr txBox="1"/>
          <p:nvPr>
            <p:ph idx="10" type="dt"/>
          </p:nvPr>
        </p:nvSpPr>
        <p:spPr>
          <a:xfrm>
            <a:off x="8321606" y="4915202"/>
            <a:ext cx="739959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1728">
          <p15:clr>
            <a:srgbClr val="FBAE40"/>
          </p15:clr>
        </p15:guide>
        <p15:guide id="4" pos="4302">
          <p15:clr>
            <a:srgbClr val="FBAE40"/>
          </p15:clr>
        </p15:guide>
        <p15:guide id="5" pos="1458">
          <p15:clr>
            <a:srgbClr val="FBAE40"/>
          </p15:clr>
        </p15:guide>
        <p15:guide id="6" pos="3006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80">
          <p15:clr>
            <a:srgbClr val="FBAE40"/>
          </p15:clr>
        </p15:guide>
        <p15:guide id="9" orient="horz" pos="414">
          <p15:clr>
            <a:srgbClr val="FBAE40"/>
          </p15:clr>
        </p15:guide>
        <p15:guide id="10" pos="4014">
          <p15:clr>
            <a:srgbClr val="FBAE40"/>
          </p15:clr>
        </p15:guide>
        <p15:guide id="11" pos="273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議題 1">
  <p:cSld name="議題 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2"/>
          <p:cNvGrpSpPr/>
          <p:nvPr/>
        </p:nvGrpSpPr>
        <p:grpSpPr>
          <a:xfrm>
            <a:off x="4772025" y="0"/>
            <a:ext cx="4371974" cy="2426702"/>
            <a:chOff x="5612972" y="1"/>
            <a:chExt cx="6615961" cy="3672246"/>
          </a:xfrm>
        </p:grpSpPr>
        <p:sp>
          <p:nvSpPr>
            <p:cNvPr id="77" name="Google Shape;77;p22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2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2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2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2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22"/>
          <p:cNvSpPr txBox="1"/>
          <p:nvPr>
            <p:ph type="title"/>
          </p:nvPr>
        </p:nvSpPr>
        <p:spPr>
          <a:xfrm>
            <a:off x="445770" y="142179"/>
            <a:ext cx="5090810" cy="119513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445769" y="1711439"/>
            <a:ext cx="5090810" cy="2781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>
            <a:lvl1pPr indent="-342900" lvl="0" marL="457200" algn="l">
              <a:lnSpc>
                <a:spcPct val="80000"/>
              </a:lnSpc>
              <a:spcBef>
                <a:spcPts val="1700"/>
              </a:spcBef>
              <a:spcAft>
                <a:spcPts val="0"/>
              </a:spcAft>
              <a:buClr>
                <a:srgbClr val="5D7C3F"/>
              </a:buClr>
              <a:buSzPts val="1800"/>
              <a:buFont typeface="Arial"/>
              <a:buChar char="•"/>
              <a:defRPr b="1" i="0" sz="18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85" name="Google Shape;85;p22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86" name="Google Shape;86;p22"/>
          <p:cNvCxnSpPr/>
          <p:nvPr/>
        </p:nvCxnSpPr>
        <p:spPr>
          <a:xfrm>
            <a:off x="445770" y="1611630"/>
            <a:ext cx="1597914" cy="0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のタイトル">
  <p:cSld name="セクションのタイトル">
    <p:bg>
      <p:bgPr>
        <a:solidFill>
          <a:schemeClr val="accent3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>
            <p:ph idx="2" type="pic"/>
          </p:nvPr>
        </p:nvSpPr>
        <p:spPr>
          <a:xfrm>
            <a:off x="0" y="0"/>
            <a:ext cx="9144000" cy="5160407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3"/>
          <p:cNvSpPr txBox="1"/>
          <p:nvPr>
            <p:ph type="title"/>
          </p:nvPr>
        </p:nvSpPr>
        <p:spPr>
          <a:xfrm>
            <a:off x="4732019" y="333700"/>
            <a:ext cx="4108109" cy="2468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1" i="0" sz="4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23"/>
          <p:cNvSpPr/>
          <p:nvPr/>
        </p:nvSpPr>
        <p:spPr>
          <a:xfrm>
            <a:off x="4732020" y="2963882"/>
            <a:ext cx="1600200" cy="754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5328">
          <p15:clr>
            <a:srgbClr val="FBAE40"/>
          </p15:clr>
        </p15:guide>
        <p15:guide id="2" pos="3258">
          <p15:clr>
            <a:srgbClr val="FBAE40"/>
          </p15:clr>
        </p15:guide>
        <p15:guide id="3" pos="3420">
          <p15:clr>
            <a:srgbClr val="FBAE40"/>
          </p15:clr>
        </p15:guide>
        <p15:guide id="4" orient="horz" pos="138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2">
  <p:cSld name="タイトル 2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ctrTitle"/>
          </p:nvPr>
        </p:nvSpPr>
        <p:spPr>
          <a:xfrm>
            <a:off x="4724876" y="322897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1" i="0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24"/>
          <p:cNvSpPr/>
          <p:nvPr>
            <p:ph idx="2" type="pic"/>
          </p:nvPr>
        </p:nvSpPr>
        <p:spPr>
          <a:xfrm>
            <a:off x="0" y="-8335"/>
            <a:ext cx="4343400" cy="516017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24"/>
          <p:cNvSpPr txBox="1"/>
          <p:nvPr>
            <p:ph idx="1" type="body"/>
          </p:nvPr>
        </p:nvSpPr>
        <p:spPr>
          <a:xfrm>
            <a:off x="4724876" y="3426452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D7C3F"/>
              </a:buClr>
              <a:buSzPts val="1800"/>
              <a:buNone/>
              <a:defRPr b="1" i="0" sz="18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indent="-419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19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95" name="Google Shape;95;p24"/>
          <p:cNvCxnSpPr/>
          <p:nvPr/>
        </p:nvCxnSpPr>
        <p:spPr>
          <a:xfrm>
            <a:off x="4732020" y="2962656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​​">
  <p:cSld name="タイトル​​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ctrTitle"/>
          </p:nvPr>
        </p:nvSpPr>
        <p:spPr>
          <a:xfrm>
            <a:off x="4732428" y="308609"/>
            <a:ext cx="41148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b="1" i="0" sz="4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98" name="Google Shape;98;p25"/>
          <p:cNvGrpSpPr/>
          <p:nvPr/>
        </p:nvGrpSpPr>
        <p:grpSpPr>
          <a:xfrm>
            <a:off x="1" y="569064"/>
            <a:ext cx="4574436" cy="4574436"/>
            <a:chOff x="0" y="12289"/>
            <a:chExt cx="3550" cy="3551"/>
          </a:xfrm>
        </p:grpSpPr>
        <p:sp>
          <p:nvSpPr>
            <p:cNvPr id="99" name="Google Shape;99;p25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5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5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2" name="Google Shape;102;p25"/>
          <p:cNvCxnSpPr/>
          <p:nvPr/>
        </p:nvCxnSpPr>
        <p:spPr>
          <a:xfrm>
            <a:off x="4732020" y="2962656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4732429" y="3412164"/>
            <a:ext cx="41148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D7C3F"/>
              </a:buClr>
              <a:buSzPts val="1800"/>
              <a:buNone/>
              <a:defRPr b="1" i="0" sz="1800">
                <a:solidFill>
                  <a:srgbClr val="5D7C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2pPr>
            <a:lvl3pPr indent="-4191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3pPr>
            <a:lvl4pPr indent="-419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indent="-4191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 2 段組 2">
  <p:cSld name="タイトルと 2 段組 2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6"/>
          <p:cNvGrpSpPr/>
          <p:nvPr/>
        </p:nvGrpSpPr>
        <p:grpSpPr>
          <a:xfrm rot="10800000">
            <a:off x="6652530" y="0"/>
            <a:ext cx="2493906" cy="2493906"/>
            <a:chOff x="0" y="12289"/>
            <a:chExt cx="3550" cy="3551"/>
          </a:xfrm>
        </p:grpSpPr>
        <p:sp>
          <p:nvSpPr>
            <p:cNvPr id="106" name="Google Shape;106;p26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6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26"/>
          <p:cNvSpPr txBox="1"/>
          <p:nvPr>
            <p:ph type="title"/>
          </p:nvPr>
        </p:nvSpPr>
        <p:spPr>
          <a:xfrm>
            <a:off x="445770" y="208597"/>
            <a:ext cx="7333774" cy="112094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1" type="body"/>
          </p:nvPr>
        </p:nvSpPr>
        <p:spPr>
          <a:xfrm>
            <a:off x="445770" y="2007394"/>
            <a:ext cx="3368120" cy="2698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2" type="body"/>
          </p:nvPr>
        </p:nvSpPr>
        <p:spPr>
          <a:xfrm>
            <a:off x="4411424" y="2007394"/>
            <a:ext cx="3368120" cy="2698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13" name="Google Shape;113;p26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14" name="Google Shape;114;p26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 ">
  <p:cSld name="タイトルとコンテンツ ">
    <p:bg>
      <p:bgPr>
        <a:solidFill>
          <a:schemeClr val="lt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27"/>
          <p:cNvGrpSpPr/>
          <p:nvPr/>
        </p:nvGrpSpPr>
        <p:grpSpPr>
          <a:xfrm>
            <a:off x="4772025" y="0"/>
            <a:ext cx="4371974" cy="2426702"/>
            <a:chOff x="5612972" y="1"/>
            <a:chExt cx="6615961" cy="3672246"/>
          </a:xfrm>
        </p:grpSpPr>
        <p:sp>
          <p:nvSpPr>
            <p:cNvPr id="117" name="Google Shape;117;p27"/>
            <p:cNvSpPr/>
            <p:nvPr/>
          </p:nvSpPr>
          <p:spPr>
            <a:xfrm>
              <a:off x="5612972" y="1"/>
              <a:ext cx="4408998" cy="3672246"/>
            </a:xfrm>
            <a:custGeom>
              <a:rect b="b" l="l" r="r" t="t"/>
              <a:pathLst>
                <a:path extrusionOk="0" h="2980" w="3578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6341233" y="1463970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8555590" y="1"/>
              <a:ext cx="1457754" cy="729520"/>
            </a:xfrm>
            <a:custGeom>
              <a:rect b="b" l="l" r="r" t="t"/>
              <a:pathLst>
                <a:path extrusionOk="0" h="592" w="1183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7076887" y="728289"/>
              <a:ext cx="2208196" cy="2208277"/>
            </a:xfrm>
            <a:custGeom>
              <a:rect b="b" l="l" r="r" t="t"/>
              <a:pathLst>
                <a:path extrusionOk="0" h="1792" w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7"/>
            <p:cNvSpPr/>
            <p:nvPr/>
          </p:nvSpPr>
          <p:spPr>
            <a:xfrm>
              <a:off x="9285083" y="728289"/>
              <a:ext cx="2943850" cy="2943958"/>
            </a:xfrm>
            <a:custGeom>
              <a:rect b="b" l="l" r="r" t="t"/>
              <a:pathLst>
                <a:path extrusionOk="0" h="2389" w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7"/>
          <p:cNvSpPr txBox="1"/>
          <p:nvPr>
            <p:ph type="title"/>
          </p:nvPr>
        </p:nvSpPr>
        <p:spPr>
          <a:xfrm>
            <a:off x="4739164" y="2624750"/>
            <a:ext cx="3704750" cy="190710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23" name="Google Shape;123;p27"/>
          <p:cNvCxnSpPr/>
          <p:nvPr/>
        </p:nvCxnSpPr>
        <p:spPr>
          <a:xfrm>
            <a:off x="4760595" y="4734877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452914" y="342901"/>
            <a:ext cx="3898702" cy="17287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20572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lphaLcPeriod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arenR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AutoNum type="arabicPeriod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2" type="body"/>
          </p:nvPr>
        </p:nvSpPr>
        <p:spPr>
          <a:xfrm>
            <a:off x="445770" y="2107946"/>
            <a:ext cx="3898702" cy="2489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27" name="Google Shape;127;p27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、コンテンツ、画像">
  <p:cSld name="タイトル、コンテンツ、画像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431482" y="208597"/>
            <a:ext cx="3797618" cy="17655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445770" y="2459684"/>
            <a:ext cx="3783330" cy="2245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131" name="Google Shape;131;p28"/>
          <p:cNvCxnSpPr/>
          <p:nvPr/>
        </p:nvCxnSpPr>
        <p:spPr>
          <a:xfrm>
            <a:off x="445770" y="2248094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28"/>
          <p:cNvSpPr/>
          <p:nvPr>
            <p:ph idx="2" type="pic"/>
          </p:nvPr>
        </p:nvSpPr>
        <p:spPr>
          <a:xfrm>
            <a:off x="4572000" y="0"/>
            <a:ext cx="4588669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34" name="Google Shape;134;p28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、コンテンツ、表">
  <p:cSld name="タイトル、コンテンツ、表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29"/>
          <p:cNvGrpSpPr/>
          <p:nvPr/>
        </p:nvGrpSpPr>
        <p:grpSpPr>
          <a:xfrm flipH="1" rot="5400000">
            <a:off x="0" y="2925099"/>
            <a:ext cx="2219420" cy="2219419"/>
            <a:chOff x="0" y="12289"/>
            <a:chExt cx="3550" cy="3551"/>
          </a:xfrm>
        </p:grpSpPr>
        <p:sp>
          <p:nvSpPr>
            <p:cNvPr id="137" name="Google Shape;137;p29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9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9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9"/>
          <p:cNvSpPr txBox="1"/>
          <p:nvPr>
            <p:ph type="title"/>
          </p:nvPr>
        </p:nvSpPr>
        <p:spPr>
          <a:xfrm>
            <a:off x="2746057" y="3496288"/>
            <a:ext cx="5952173" cy="103557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1" name="Google Shape;141;p29"/>
          <p:cNvCxnSpPr/>
          <p:nvPr/>
        </p:nvCxnSpPr>
        <p:spPr>
          <a:xfrm>
            <a:off x="2753201" y="4734877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452914" y="438004"/>
            <a:ext cx="2118836" cy="29992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2057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9"/>
          <p:cNvSpPr txBox="1"/>
          <p:nvPr>
            <p:ph idx="2" type="body"/>
          </p:nvPr>
        </p:nvSpPr>
        <p:spPr>
          <a:xfrm>
            <a:off x="2753200" y="438004"/>
            <a:ext cx="5945029" cy="299929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9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45" name="Google Shape;145;p29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 2 段組">
  <p:cSld name="タイトルと 2 段組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30"/>
          <p:cNvGrpSpPr/>
          <p:nvPr/>
        </p:nvGrpSpPr>
        <p:grpSpPr>
          <a:xfrm rot="10800000">
            <a:off x="6652530" y="0"/>
            <a:ext cx="2493906" cy="2493906"/>
            <a:chOff x="0" y="12289"/>
            <a:chExt cx="3550" cy="3551"/>
          </a:xfrm>
        </p:grpSpPr>
        <p:sp>
          <p:nvSpPr>
            <p:cNvPr id="148" name="Google Shape;148;p30"/>
            <p:cNvSpPr/>
            <p:nvPr/>
          </p:nvSpPr>
          <p:spPr>
            <a:xfrm>
              <a:off x="0" y="12289"/>
              <a:ext cx="1789" cy="2386"/>
            </a:xfrm>
            <a:custGeom>
              <a:rect b="b" l="l" r="r" t="t"/>
              <a:pathLst>
                <a:path extrusionOk="0" h="2386" w="1789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0"/>
            <p:cNvSpPr/>
            <p:nvPr/>
          </p:nvSpPr>
          <p:spPr>
            <a:xfrm>
              <a:off x="0" y="14678"/>
              <a:ext cx="1162" cy="1162"/>
            </a:xfrm>
            <a:custGeom>
              <a:rect b="b" l="l" r="r" t="t"/>
              <a:pathLst>
                <a:path extrusionOk="0" h="1162" w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>
              <a:off x="1221" y="14675"/>
              <a:ext cx="2329" cy="1165"/>
            </a:xfrm>
            <a:custGeom>
              <a:rect b="b" l="l" r="r" t="t"/>
              <a:pathLst>
                <a:path extrusionOk="0" h="1165" w="2329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30"/>
          <p:cNvSpPr txBox="1"/>
          <p:nvPr>
            <p:ph type="title"/>
          </p:nvPr>
        </p:nvSpPr>
        <p:spPr>
          <a:xfrm>
            <a:off x="445770" y="148806"/>
            <a:ext cx="8229600" cy="11807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52" name="Google Shape;152;p30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446642" y="2007394"/>
            <a:ext cx="4310063" cy="26981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4" name="Google Shape;154;p30"/>
          <p:cNvSpPr txBox="1"/>
          <p:nvPr>
            <p:ph idx="2" type="body"/>
          </p:nvPr>
        </p:nvSpPr>
        <p:spPr>
          <a:xfrm>
            <a:off x="5715000" y="2007394"/>
            <a:ext cx="2960370" cy="269810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表 2">
  <p:cSld name="表 2">
    <p:bg>
      <p:bgPr>
        <a:solidFill>
          <a:schemeClr val="lt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445770" y="151800"/>
            <a:ext cx="8229600" cy="117774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60" name="Google Shape;160;p31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61" name="Google Shape;161;p31"/>
          <p:cNvCxnSpPr/>
          <p:nvPr/>
        </p:nvCxnSpPr>
        <p:spPr>
          <a:xfrm>
            <a:off x="445770" y="1611630"/>
            <a:ext cx="1600200" cy="2994"/>
          </a:xfrm>
          <a:prstGeom prst="straightConnector1">
            <a:avLst/>
          </a:prstGeom>
          <a:noFill/>
          <a:ln cap="flat" cmpd="sng" w="101600">
            <a:solidFill>
              <a:srgbClr val="5D7C3F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450">
          <p15:clr>
            <a:srgbClr val="FBAE40"/>
          </p15:clr>
        </p15:guide>
        <p15:guide id="2" pos="5310">
          <p15:clr>
            <a:srgbClr val="FBAE40"/>
          </p15:clr>
        </p15:guide>
        <p15:guide id="3" pos="2160">
          <p15:clr>
            <a:srgbClr val="FBAE40"/>
          </p15:clr>
        </p15:guide>
        <p15:guide id="4" pos="3870">
          <p15:clr>
            <a:srgbClr val="FBAE40"/>
          </p15:clr>
        </p15:guide>
        <p15:guide id="5" pos="1890">
          <p15:clr>
            <a:srgbClr val="FBAE40"/>
          </p15:clr>
        </p15:guide>
        <p15:guide id="6" pos="3600">
          <p15:clr>
            <a:srgbClr val="FBAE40"/>
          </p15:clr>
        </p15:guide>
        <p15:guide id="7" orient="horz" pos="918">
          <p15:clr>
            <a:srgbClr val="FBAE40"/>
          </p15:clr>
        </p15:guide>
        <p15:guide id="8" orient="horz" pos="1044">
          <p15:clr>
            <a:srgbClr val="FBAE40"/>
          </p15:clr>
        </p15:guide>
        <p15:guide id="9" orient="horz" pos="41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idx="1" type="body"/>
          </p:nvPr>
        </p:nvSpPr>
        <p:spPr>
          <a:xfrm>
            <a:off x="445770" y="1369219"/>
            <a:ext cx="7786688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type="title"/>
          </p:nvPr>
        </p:nvSpPr>
        <p:spPr>
          <a:xfrm>
            <a:off x="445770" y="273844"/>
            <a:ext cx="7800975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50236" y="4749165"/>
            <a:ext cx="984885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2" type="sldNum"/>
          </p:nvPr>
        </p:nvSpPr>
        <p:spPr>
          <a:xfrm>
            <a:off x="445770" y="4749165"/>
            <a:ext cx="39243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10" name="Google Shape;10;p14"/>
          <p:cNvSpPr txBox="1"/>
          <p:nvPr>
            <p:ph idx="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80">
          <p15:clr>
            <a:srgbClr val="547EBF"/>
          </p15:clr>
        </p15:guide>
        <p15:guide id="4" orient="horz" pos="180">
          <p15:clr>
            <a:srgbClr val="547EBF"/>
          </p15:clr>
        </p15:guide>
        <p15:guide id="5" pos="5580">
          <p15:clr>
            <a:srgbClr val="547EBF"/>
          </p15:clr>
        </p15:guide>
        <p15:guide id="6" orient="horz" pos="3060">
          <p15:clr>
            <a:srgbClr val="547EBF"/>
          </p15:clr>
        </p15:guide>
        <p15:guide id="7" pos="450">
          <p15:clr>
            <a:srgbClr val="547EBF"/>
          </p15:clr>
        </p15:guide>
        <p15:guide id="8" pos="2790">
          <p15:clr>
            <a:srgbClr val="547EBF"/>
          </p15:clr>
        </p15:guide>
        <p15:guide id="9" pos="1584">
          <p15:clr>
            <a:srgbClr val="547EBF"/>
          </p15:clr>
        </p15:guide>
        <p15:guide id="10" pos="1386">
          <p15:clr>
            <a:srgbClr val="547EBF"/>
          </p15:clr>
        </p15:guide>
        <p15:guide id="11" pos="4176">
          <p15:clr>
            <a:srgbClr val="547EBF"/>
          </p15:clr>
        </p15:guide>
        <p15:guide id="12" pos="4374">
          <p15:clr>
            <a:srgbClr val="547EBF"/>
          </p15:clr>
        </p15:guide>
        <p15:guide id="13" pos="3726">
          <p15:clr>
            <a:srgbClr val="9FCC3B"/>
          </p15:clr>
        </p15:guide>
        <p15:guide id="14" pos="3906">
          <p15:clr>
            <a:srgbClr val="9FCC3B"/>
          </p15:clr>
        </p15:guide>
        <p15:guide id="15" pos="2034">
          <p15:clr>
            <a:srgbClr val="9FCC3B"/>
          </p15:clr>
        </p15:guide>
        <p15:guide id="16" pos="1854">
          <p15:clr>
            <a:srgbClr val="9FCC3B"/>
          </p15:clr>
        </p15:guide>
        <p15:guide id="17" pos="29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/>
          <p:nvPr>
            <p:ph type="ctrTitle"/>
          </p:nvPr>
        </p:nvSpPr>
        <p:spPr>
          <a:xfrm>
            <a:off x="2769949" y="360175"/>
            <a:ext cx="63105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3200">
                <a:latin typeface="BIZ UDPGothic"/>
                <a:ea typeface="BIZ UDPGothic"/>
                <a:cs typeface="BIZ UDPGothic"/>
                <a:sym typeface="BIZ UDPGothic"/>
              </a:rPr>
              <a:t>{タイトル}</a:t>
            </a:r>
            <a:endParaRPr sz="32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67" name="Google Shape;167;p1"/>
          <p:cNvSpPr txBox="1"/>
          <p:nvPr>
            <p:ph type="ctrTitle"/>
          </p:nvPr>
        </p:nvSpPr>
        <p:spPr>
          <a:xfrm>
            <a:off x="129475" y="77000"/>
            <a:ext cx="88416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500">
                <a:latin typeface="BIZ UDPGothic"/>
                <a:ea typeface="BIZ UDPGothic"/>
                <a:cs typeface="BIZ UDPGothic"/>
                <a:sym typeface="BIZ UDPGothic"/>
              </a:rPr>
              <a:t>{発注機関名} 御中</a:t>
            </a:r>
            <a:endParaRPr sz="15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68" name="Google Shape;168;p1"/>
          <p:cNvSpPr txBox="1"/>
          <p:nvPr>
            <p:ph type="ctrTitle"/>
          </p:nvPr>
        </p:nvSpPr>
        <p:spPr>
          <a:xfrm>
            <a:off x="2032357" y="4666800"/>
            <a:ext cx="68994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ja" sz="1500">
                <a:latin typeface="BIZ UDPGothic"/>
                <a:ea typeface="BIZ UDPGothic"/>
                <a:cs typeface="BIZ UDPGothic"/>
                <a:sym typeface="BIZ UDPGothic"/>
              </a:rPr>
              <a:t>{会社名}</a:t>
            </a:r>
            <a:endParaRPr b="0" sz="15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idx="4294967295" type="body"/>
          </p:nvPr>
        </p:nvSpPr>
        <p:spPr>
          <a:xfrm>
            <a:off x="445775" y="8017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74" name="Google Shape;174;p2"/>
          <p:cNvSpPr txBox="1"/>
          <p:nvPr>
            <p:ph type="title"/>
          </p:nvPr>
        </p:nvSpPr>
        <p:spPr>
          <a:xfrm>
            <a:off x="445770" y="57416"/>
            <a:ext cx="8155305" cy="5344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目次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75" name="Google Shape;175;p2"/>
          <p:cNvSpPr txBox="1"/>
          <p:nvPr>
            <p:ph idx="4294967295" type="body"/>
          </p:nvPr>
        </p:nvSpPr>
        <p:spPr>
          <a:xfrm>
            <a:off x="445775" y="11982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{2_category}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76" name="Google Shape;176;p2"/>
          <p:cNvSpPr txBox="1"/>
          <p:nvPr>
            <p:ph idx="4294967295" type="body"/>
          </p:nvPr>
        </p:nvSpPr>
        <p:spPr>
          <a:xfrm>
            <a:off x="445775" y="15946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{3_category}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77" name="Google Shape;177;p2"/>
          <p:cNvSpPr txBox="1"/>
          <p:nvPr>
            <p:ph idx="4294967295" type="body"/>
          </p:nvPr>
        </p:nvSpPr>
        <p:spPr>
          <a:xfrm>
            <a:off x="445775" y="19911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{4_category}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78" name="Google Shape;178;p2"/>
          <p:cNvSpPr txBox="1"/>
          <p:nvPr>
            <p:ph idx="4294967295" type="body"/>
          </p:nvPr>
        </p:nvSpPr>
        <p:spPr>
          <a:xfrm>
            <a:off x="445775" y="23875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{5_category}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79" name="Google Shape;179;p2"/>
          <p:cNvSpPr txBox="1"/>
          <p:nvPr>
            <p:ph idx="4294967295" type="body"/>
          </p:nvPr>
        </p:nvSpPr>
        <p:spPr>
          <a:xfrm>
            <a:off x="445775" y="27840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{6_category}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0" name="Google Shape;180;p2"/>
          <p:cNvSpPr txBox="1"/>
          <p:nvPr>
            <p:ph idx="4294967295" type="body"/>
          </p:nvPr>
        </p:nvSpPr>
        <p:spPr>
          <a:xfrm>
            <a:off x="445775" y="31804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{7_category}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1" name="Google Shape;181;p2"/>
          <p:cNvSpPr txBox="1"/>
          <p:nvPr>
            <p:ph idx="4294967295" type="body"/>
          </p:nvPr>
        </p:nvSpPr>
        <p:spPr>
          <a:xfrm>
            <a:off x="445775" y="35769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{8_category}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2" name="Google Shape;182;p2"/>
          <p:cNvSpPr txBox="1"/>
          <p:nvPr>
            <p:ph idx="4294967295" type="body"/>
          </p:nvPr>
        </p:nvSpPr>
        <p:spPr>
          <a:xfrm>
            <a:off x="445775" y="39733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{9_category}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3" name="Google Shape;183;p2"/>
          <p:cNvSpPr txBox="1"/>
          <p:nvPr>
            <p:ph idx="4294967295" type="body"/>
          </p:nvPr>
        </p:nvSpPr>
        <p:spPr>
          <a:xfrm>
            <a:off x="445775" y="43698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{10_category}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4" name="Google Shape;184;p2"/>
          <p:cNvSpPr txBox="1"/>
          <p:nvPr>
            <p:ph idx="4294967295" type="body"/>
          </p:nvPr>
        </p:nvSpPr>
        <p:spPr>
          <a:xfrm>
            <a:off x="4797784" y="8017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{11_category}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5" name="Google Shape;185;p2"/>
          <p:cNvSpPr txBox="1"/>
          <p:nvPr>
            <p:ph idx="4294967295" type="body"/>
          </p:nvPr>
        </p:nvSpPr>
        <p:spPr>
          <a:xfrm>
            <a:off x="4797784" y="11982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{12_category}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6" name="Google Shape;186;p2"/>
          <p:cNvSpPr txBox="1"/>
          <p:nvPr>
            <p:ph idx="4294967295" type="body"/>
          </p:nvPr>
        </p:nvSpPr>
        <p:spPr>
          <a:xfrm>
            <a:off x="4797784" y="15946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{13_category}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7" name="Google Shape;187;p2"/>
          <p:cNvSpPr txBox="1"/>
          <p:nvPr>
            <p:ph idx="4294967295" type="body"/>
          </p:nvPr>
        </p:nvSpPr>
        <p:spPr>
          <a:xfrm>
            <a:off x="4797784" y="19911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{14_category}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8" name="Google Shape;188;p2"/>
          <p:cNvSpPr txBox="1"/>
          <p:nvPr>
            <p:ph idx="4294967295" type="body"/>
          </p:nvPr>
        </p:nvSpPr>
        <p:spPr>
          <a:xfrm>
            <a:off x="4797784" y="23875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{15_category}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89" name="Google Shape;189;p2"/>
          <p:cNvSpPr txBox="1"/>
          <p:nvPr>
            <p:ph idx="4294967295" type="body"/>
          </p:nvPr>
        </p:nvSpPr>
        <p:spPr>
          <a:xfrm>
            <a:off x="4797784" y="27840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{16_category}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90" name="Google Shape;190;p2"/>
          <p:cNvSpPr txBox="1"/>
          <p:nvPr>
            <p:ph idx="4294967295" type="body"/>
          </p:nvPr>
        </p:nvSpPr>
        <p:spPr>
          <a:xfrm>
            <a:off x="4797784" y="31804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{17_category}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91" name="Google Shape;191;p2"/>
          <p:cNvSpPr txBox="1"/>
          <p:nvPr>
            <p:ph idx="4294967295" type="body"/>
          </p:nvPr>
        </p:nvSpPr>
        <p:spPr>
          <a:xfrm>
            <a:off x="4797784" y="35769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{18_category}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92" name="Google Shape;192;p2"/>
          <p:cNvSpPr txBox="1"/>
          <p:nvPr>
            <p:ph idx="4294967295" type="body"/>
          </p:nvPr>
        </p:nvSpPr>
        <p:spPr>
          <a:xfrm>
            <a:off x="4797784" y="397337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{19_category}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93" name="Google Shape;193;p2"/>
          <p:cNvSpPr txBox="1"/>
          <p:nvPr>
            <p:ph idx="4294967295" type="body"/>
          </p:nvPr>
        </p:nvSpPr>
        <p:spPr>
          <a:xfrm>
            <a:off x="4797784" y="4369825"/>
            <a:ext cx="229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ja" sz="1400">
                <a:latin typeface="BIZ UDPGothic"/>
                <a:ea typeface="BIZ UDPGothic"/>
                <a:cs typeface="BIZ UDPGothic"/>
                <a:sym typeface="BIZ UDPGothic"/>
              </a:rPr>
              <a:t>{20_category}</a:t>
            </a:r>
            <a:endParaRPr sz="14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194" name="Google Shape;194;p2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00" name="Google Shape;200;p3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01" name="Google Shape;201;p3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07" name="Google Shape;207;p4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08" name="Google Shape;208;p4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{3_category}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14" name="Google Shape;214;p5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{3_content}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{3_evaluation}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{3_ideas}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15" name="Google Shape;215;p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{4_category}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21" name="Google Shape;221;p6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{4_content}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{4_evaluation}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{4_ideas}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22" name="Google Shape;222;p6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{5_category}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28" name="Google Shape;228;p7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{5_content}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{5_evaluation}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{5_ideas}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29" name="Google Shape;229;p7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{6_category}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35" name="Google Shape;235;p8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{6_content}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{6_evaluation}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{6_ideas}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36" name="Google Shape;236;p8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{7_category}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42" name="Google Shape;242;p9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{7_content}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{7_evaluation}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{7_ideas}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43" name="Google Shape;243;p9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{8_category}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49" name="Google Shape;249;p10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{8_content}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{8_evaluation}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{8_ideas}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50" name="Google Shape;250;p1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{9_category}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56" name="Google Shape;256;p11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{9_content}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{9_evaluation}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{9_ideas}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57" name="Google Shape;257;p11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{10_category}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63" name="Google Shape;263;p12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{10_content}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{10_evaluation}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{10_ideas}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64" name="Google Shape;264;p12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5be596afd_0_0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{11_content}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{11_evaluation}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{11_ideas}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70" name="Google Shape;270;g355be596afd_0_0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{11_category}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71" name="Google Shape;271;g355be596afd_0_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5be596afd_0_5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{12_category}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77" name="Google Shape;277;g355be596afd_0_5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{12_content}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{12_evaluation}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{12_ideas}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78" name="Google Shape;278;g355be596afd_0_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55be596afd_0_10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{13_category}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84" name="Google Shape;284;g355be596afd_0_10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{13_content}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{13_evaluation}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{13_ideas}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85" name="Google Shape;285;g355be596afd_0_1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5be596afd_0_15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{14_category}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91" name="Google Shape;291;g355be596afd_0_15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{14_content}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{14_evaluation}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{14_ideas}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92" name="Google Shape;292;g355be596afd_0_1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5be596afd_0_20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{15_category}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98" name="Google Shape;298;g355be596afd_0_20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{15_content}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{15_evaluation}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{15_ideas}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299" name="Google Shape;299;g355be596afd_0_2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55be596afd_0_25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{16_category}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05" name="Google Shape;305;g355be596afd_0_25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{16_content}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{16_evaluation}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{16_ideas}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06" name="Google Shape;306;g355be596afd_0_2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5be596afd_0_30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{17_category}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12" name="Google Shape;312;g355be596afd_0_30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{17_content}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{17_evaluation}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{17_ideas}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13" name="Google Shape;313;g355be596afd_0_3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55be596afd_0_35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{18_category}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19" name="Google Shape;319;g355be596afd_0_35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{18_content}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{18_evaluation}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{18_ideas}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20" name="Google Shape;320;g355be596afd_0_3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55be596afd_0_40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{19_category}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26" name="Google Shape;326;g355be596afd_0_40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{19_content}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{19_evaluation}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{19_ideas}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27" name="Google Shape;327;g355be596afd_0_40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5be596afd_0_45"/>
          <p:cNvSpPr txBox="1"/>
          <p:nvPr>
            <p:ph type="title"/>
          </p:nvPr>
        </p:nvSpPr>
        <p:spPr>
          <a:xfrm>
            <a:off x="445770" y="57416"/>
            <a:ext cx="81552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{20_category}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33" name="Google Shape;333;g355be596afd_0_45"/>
          <p:cNvSpPr txBox="1"/>
          <p:nvPr>
            <p:ph idx="4294967295" type="body"/>
          </p:nvPr>
        </p:nvSpPr>
        <p:spPr>
          <a:xfrm>
            <a:off x="431031" y="877967"/>
            <a:ext cx="8281800" cy="3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4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{20_content}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■評価基準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{20_evaluation}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■アドバイス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ja">
                <a:latin typeface="BIZ UDPGothic"/>
                <a:ea typeface="BIZ UDPGothic"/>
                <a:cs typeface="BIZ UDPGothic"/>
                <a:sym typeface="BIZ UDPGothic"/>
              </a:rPr>
              <a:t>{20_ideas}</a:t>
            </a:r>
            <a:endParaRPr>
              <a:latin typeface="BIZ UDPGothic"/>
              <a:ea typeface="BIZ UDPGothic"/>
              <a:cs typeface="BIZ UDPGothic"/>
              <a:sym typeface="BIZ UDPGothic"/>
            </a:endParaRPr>
          </a:p>
        </p:txBody>
      </p:sp>
      <p:sp>
        <p:nvSpPr>
          <p:cNvPr id="334" name="Google Shape;334;g355be596afd_0_45"/>
          <p:cNvSpPr txBox="1"/>
          <p:nvPr>
            <p:ph idx="12" type="sldNum"/>
          </p:nvPr>
        </p:nvSpPr>
        <p:spPr>
          <a:xfrm>
            <a:off x="8854996" y="4915200"/>
            <a:ext cx="215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1" i="0" lang="ja" sz="800" u="none" cap="none" strike="noStrike">
                <a:solidFill>
                  <a:schemeClr val="dk1"/>
                </a:solidFill>
                <a:latin typeface="BIZ UDPGothic"/>
                <a:ea typeface="BIZ UDPGothic"/>
                <a:cs typeface="BIZ UDPGothic"/>
                <a:sym typeface="BIZ UDPGothic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 txBox="1"/>
          <p:nvPr>
            <p:ph type="ctrTitle"/>
          </p:nvPr>
        </p:nvSpPr>
        <p:spPr>
          <a:xfrm>
            <a:off x="445776" y="308600"/>
            <a:ext cx="6687600" cy="24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ja" sz="4300">
                <a:latin typeface="BIZ UDPGothic"/>
                <a:ea typeface="BIZ UDPGothic"/>
                <a:cs typeface="BIZ UDPGothic"/>
                <a:sym typeface="BIZ UDPGothic"/>
              </a:rPr>
              <a:t>Thanks</a:t>
            </a:r>
            <a:endParaRPr sz="4300">
              <a:latin typeface="BIZ UDPGothic"/>
              <a:ea typeface="BIZ UDPGothic"/>
              <a:cs typeface="BIZ UDPGothic"/>
              <a:sym typeface="BIZ UDP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ユーザー設定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